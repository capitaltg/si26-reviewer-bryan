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 Test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one body text for extraction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two body text with unique marker ZEBRA-42.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three body text, final marker OKAPI-99.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